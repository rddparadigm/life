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bacee7e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4bacee7e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bacee7e6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4bacee7e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7" name="Google Shape;27;p6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idx="4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57200" y="124200"/>
            <a:ext cx="81993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6" name="Google Shape;46;p11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1" name="Google Shape;51;p12"/>
          <p:cNvSpPr txBox="1"/>
          <p:nvPr>
            <p:ph idx="3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20366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2571600"/>
          </a:xfrm>
          <a:custGeom>
            <a:rect b="b" l="l" r="r" t="t"/>
            <a:pathLst>
              <a:path extrusionOk="0" h="120000" w="120000">
                <a:moveTo>
                  <a:pt x="18" y="0"/>
                </a:moveTo>
                <a:cubicBezTo>
                  <a:pt x="9" y="0"/>
                  <a:pt x="0" y="25"/>
                  <a:pt x="0" y="50"/>
                </a:cubicBezTo>
                <a:lnTo>
                  <a:pt x="0" y="119924"/>
                </a:lnTo>
                <a:cubicBezTo>
                  <a:pt x="0" y="119949"/>
                  <a:pt x="9" y="119987"/>
                  <a:pt x="18" y="119987"/>
                </a:cubicBezTo>
                <a:lnTo>
                  <a:pt x="119971" y="119987"/>
                </a:lnTo>
                <a:cubicBezTo>
                  <a:pt x="119981" y="119987"/>
                  <a:pt x="119995" y="119949"/>
                  <a:pt x="119995" y="119924"/>
                </a:cubicBezTo>
                <a:lnTo>
                  <a:pt x="119995" y="50"/>
                </a:lnTo>
                <a:cubicBezTo>
                  <a:pt x="119995" y="25"/>
                  <a:pt x="119981" y="0"/>
                  <a:pt x="119971" y="0"/>
                </a:cubicBezTo>
                <a:lnTo>
                  <a:pt x="18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6960" y="4684770"/>
            <a:ext cx="28689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632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/>
              <a:t>prog2 lab B1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3600"/>
              <a:t>progetto lab 5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Insieme di </a:t>
            </a:r>
            <a:r>
              <a:rPr b="1" lang="it" sz="3000"/>
              <a:t>int</a:t>
            </a:r>
            <a:r>
              <a:rPr lang="it" sz="3000"/>
              <a:t> realizzato con lista linkata</a:t>
            </a:r>
            <a:endParaRPr sz="30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guardiamo testo su piattaforma esami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non dovete usare subito la piattaforma coderunner, ma dovete sviluppare in locale. dopo che i vostri test passano, incollate il sorgente nella finestra di coderunner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nella cartella qui a fianco avete dei sorgenti di partenza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Sequenza di operazioni</a:t>
            </a:r>
            <a:endParaRPr sz="30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1) Compilando  con: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gcc test_intLinkedListSetADT.c  intLinkedListSetADT_empty.c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e poi lanciando: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./test_intLinkedListSetADT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si ottengono vari FAIL e un SEGV fault.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2) Il progetto richiede di completare intLinkedListSetADT_empty.c (chiamandolo intLinkedListSetADT.c) in modo che compilando: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gcc test_intLinkedListSetADT.c  intLinkedListSetADT.c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e poi lanciando: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./test_intLinkedListSetADT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si ottengono tutti OK 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Osservazioni</a:t>
            </a:r>
            <a:endParaRPr sz="30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Quando creiamo un insieme di elementi, devo poter decidere se due elementi sono lo stesso o meno, quindi deve esistere una funzione di uguaglianza, ed essi devono avere qualche proprieta’ differente (vedi il caso di due persone omonime).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Occorre quindi aggiungere ad data di nascita, codice fiscale…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Unione intersezione differenza</a:t>
            </a:r>
            <a:endParaRPr sz="30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	Se non ci interessa l’efficienza, in qualunque implementazione si possono realizzare tramite cicli e la funzione di appartenenza, es: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intersezione (set1, set2):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     for ogni el di set 1: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	    if el appartiene a set2: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		   aggiungilo al set intersezione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Questo metodo e’ la bottom line, l’operazione potrebbe richiedere MxN confronti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Unione intersezione differenza</a:t>
            </a:r>
            <a:endParaRPr sz="30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	Se ci interessa l’efficienza possiamo sfruttare altre proprieta’.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se gli elementi sono ordinabili, allora possiamo tenere gli elementi in liste ordinate, ed esaminarle in parallelo: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000">
                <a:solidFill>
                  <a:schemeClr val="dk1"/>
                </a:solidFill>
              </a:rPr>
              <a:t>intersezione (set1, set2):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>
                <a:solidFill>
                  <a:schemeClr val="dk1"/>
                </a:solidFill>
              </a:rPr>
              <a:t>     finche’ una delle due sequenze non e’ terminata: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>
                <a:solidFill>
                  <a:schemeClr val="dk1"/>
                </a:solidFill>
              </a:rPr>
              <a:t>            considera el1, el2: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>
                <a:solidFill>
                  <a:schemeClr val="dk1"/>
                </a:solidFill>
              </a:rPr>
              <a:t>                    se el1=el2 aggiungi all’intersezione e avanza entrambi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>
                <a:solidFill>
                  <a:schemeClr val="dk1"/>
                </a:solidFill>
              </a:rPr>
              <a:t>                    se el1 &lt; el2 avanza el1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>
                <a:solidFill>
                  <a:schemeClr val="dk1"/>
                </a:solidFill>
              </a:rPr>
              <a:t>                          altrimenti avanza el2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000">
                <a:solidFill>
                  <a:schemeClr val="dk1"/>
                </a:solidFill>
              </a:rPr>
              <a:t>                  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ad ogni passo avanzo di un elemento, avro’ nel caso peggiore (M+N) confronti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Unione intersezione differenza</a:t>
            </a:r>
            <a:endParaRPr sz="3000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	perche’ questa differenza?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In sostanza nella prima versione io ripeto il confronto con lo stesso elemento sempre per parecchie volte, un lavoro duplicato, nella seconda ripeto il confronto per un elemento max 2 volte (per = e &lt;)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Notate che se i set sono ordinati, anche la prima versione diventa un po’ piu’ efficiente, perche’ per la appartenenza in media mi posso fermare prima della fine lista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In molti casi le ottimizzazioni si realizzano cercando di non ripetere piu’ volte calcoli gia’ fatti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Nota: le ‘vere’ Implementazioni di set usano altre strutture dati…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Lavorare su liste</a:t>
            </a:r>
            <a:endParaRPr sz="3000"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000"/>
              <a:t>Se guardiamo il file lista.c della lezione precedente, abbiamo i due esempi di base di ciclo su una lista: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insert(..)   cicla su una lista </a:t>
            </a:r>
            <a:r>
              <a:rPr b="1" lang="it" sz="2000"/>
              <a:t>con</a:t>
            </a:r>
            <a:r>
              <a:rPr lang="it" sz="2000"/>
              <a:t> intenzione di modificarla, quindi usa l’operatore </a:t>
            </a:r>
            <a:r>
              <a:rPr b="1" lang="it" sz="2000"/>
              <a:t>&amp;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 sz="2000"/>
              <a:t>index(..)    cicla </a:t>
            </a:r>
            <a:r>
              <a:rPr b="1" lang="it" sz="2000"/>
              <a:t>senza</a:t>
            </a:r>
            <a:r>
              <a:rPr lang="it" sz="2000"/>
              <a:t> modificare, non usa </a:t>
            </a:r>
            <a:r>
              <a:rPr b="1" lang="it" sz="2000"/>
              <a:t>&amp;,</a:t>
            </a:r>
            <a:r>
              <a:rPr lang="it" sz="2000"/>
              <a:t> ma strutturalmente e’ molto simile 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Lavorare su liste</a:t>
            </a:r>
            <a:endParaRPr sz="3000"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insert(..)   cicla su una lista </a:t>
            </a:r>
            <a:r>
              <a:rPr b="1" lang="it" sz="2000"/>
              <a:t>in base a una condizione:</a:t>
            </a:r>
            <a:r>
              <a:rPr lang="it" sz="2000"/>
              <a:t> quando la condizione cambia valore </a:t>
            </a:r>
            <a:r>
              <a:rPr lang="it" sz="2000"/>
              <a:t>mi</a:t>
            </a:r>
            <a:r>
              <a:rPr lang="it" sz="2000"/>
              <a:t> trovo al punto richiesto.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basta quindi cambiare condizione per ottenere il comportamento voluto es: elemento ha </a:t>
            </a:r>
            <a:r>
              <a:rPr lang="it" sz="2000"/>
              <a:t>proprietà</a:t>
            </a:r>
            <a:r>
              <a:rPr lang="it" sz="2000"/>
              <a:t> (&lt;&gt;= a un altro ad esempio)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ovviamente devo sempre controllare per != NULL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proviamo a creare una nuova insert() che inserisca ordinatamente basandoci sull’ altra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