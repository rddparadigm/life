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83800" lIns="83800" spcFirstLastPara="1" rIns="83800" wrap="square" tIns="83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7" name="Google Shape;27;p6"/>
          <p:cNvSpPr txBox="1"/>
          <p:nvPr>
            <p:ph idx="3" type="body"/>
          </p:nvPr>
        </p:nvSpPr>
        <p:spPr>
          <a:xfrm>
            <a:off x="465876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8" name="Google Shape;28;p6"/>
          <p:cNvSpPr txBox="1"/>
          <p:nvPr>
            <p:ph idx="4" type="body"/>
          </p:nvPr>
        </p:nvSpPr>
        <p:spPr>
          <a:xfrm>
            <a:off x="45720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45720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465876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457200" y="124200"/>
            <a:ext cx="8199300" cy="45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5720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465876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45720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6" name="Google Shape;46;p11"/>
          <p:cNvSpPr txBox="1"/>
          <p:nvPr>
            <p:ph idx="3" type="body"/>
          </p:nvPr>
        </p:nvSpPr>
        <p:spPr>
          <a:xfrm>
            <a:off x="465876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1" name="Google Shape;51;p12"/>
          <p:cNvSpPr txBox="1"/>
          <p:nvPr>
            <p:ph idx="3" type="body"/>
          </p:nvPr>
        </p:nvSpPr>
        <p:spPr>
          <a:xfrm>
            <a:off x="457200" y="276183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57200" y="120366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57200" y="276183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60" name="Google Shape;60;p14"/>
          <p:cNvSpPr/>
          <p:nvPr/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2571600"/>
          </a:xfrm>
          <a:custGeom>
            <a:rect b="b" l="l" r="r" t="t"/>
            <a:pathLst>
              <a:path extrusionOk="0" h="120000" w="120000">
                <a:moveTo>
                  <a:pt x="18" y="0"/>
                </a:moveTo>
                <a:cubicBezTo>
                  <a:pt x="9" y="0"/>
                  <a:pt x="0" y="25"/>
                  <a:pt x="0" y="50"/>
                </a:cubicBezTo>
                <a:lnTo>
                  <a:pt x="0" y="119924"/>
                </a:lnTo>
                <a:cubicBezTo>
                  <a:pt x="0" y="119949"/>
                  <a:pt x="9" y="119987"/>
                  <a:pt x="18" y="119987"/>
                </a:cubicBezTo>
                <a:lnTo>
                  <a:pt x="119971" y="119987"/>
                </a:lnTo>
                <a:cubicBezTo>
                  <a:pt x="119981" y="119987"/>
                  <a:pt x="119995" y="119949"/>
                  <a:pt x="119995" y="119924"/>
                </a:cubicBezTo>
                <a:lnTo>
                  <a:pt x="119995" y="50"/>
                </a:lnTo>
                <a:cubicBezTo>
                  <a:pt x="119995" y="25"/>
                  <a:pt x="119981" y="0"/>
                  <a:pt x="119971" y="0"/>
                </a:cubicBezTo>
                <a:lnTo>
                  <a:pt x="18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57200" y="4684770"/>
            <a:ext cx="2100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3126960" y="4684770"/>
            <a:ext cx="28689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556320" y="4684770"/>
            <a:ext cx="2100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stackoverflow.com/questions/1675351/typedef-struct-vs-struct-defini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/>
              <a:t>prog2 lab B1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 sz="3600"/>
              <a:t>strutture opache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Ricapitoliamo</a:t>
            </a:r>
            <a:endParaRPr sz="30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Quando si scrive un programma si desidera che i singoli componenti possano evolvere in modo indipendente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ogni componente non deve basarsi sui dettagli implementativi degli altri, ma poter funzionare con la minima quantita’ possibile di informazioni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Queste informazioni sono contenute nelle interfacce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c’e’ sempre un equilibrio precario tra velocita’ di accesso ad un dato e quanto sappiamo della sua struttura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>
                <a:solidFill>
                  <a:schemeClr val="dk1"/>
                </a:solidFill>
              </a:rPr>
              <a:t>Livelli di informazione</a:t>
            </a:r>
            <a:endParaRPr sz="300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es. 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typedef struct s {int a;double d;} es,*esptr;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guardiamo l’esempio e i vari casi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se ho tutta la definizione posso accedere ai vari membri.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se ho solo il puntatore posso sfruttare il fatto che tutti i puntatori hanno la stessa dimensione e quindi movimentarli ma NON posso accedere al contenuto, devo chiamare funzioni che conoscono la struttura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>
                <a:solidFill>
                  <a:schemeClr val="dk1"/>
                </a:solidFill>
              </a:rPr>
              <a:t>Livelli di informazione</a:t>
            </a:r>
            <a:endParaRPr sz="3000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SE un programma usa solo puntatori, sulla carta puo’ funzionare con tutti i tipi che vogliamo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in C si e’ reso esplicito questo con il tipo </a:t>
            </a:r>
            <a:r>
              <a:rPr b="1" lang="it" sz="2200"/>
              <a:t>void*</a:t>
            </a:r>
            <a:endParaRPr b="1"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it" sz="2200"/>
              <a:t>void* </a:t>
            </a:r>
            <a:r>
              <a:rPr lang="it" sz="2200"/>
              <a:t>e’ il puntatore che si puo’ convertire a qualunque altro senza warning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scommentiamo il resto di </a:t>
            </a:r>
            <a:r>
              <a:rPr b="1" lang="it" sz="2200"/>
              <a:t>importa.c</a:t>
            </a:r>
            <a:endParaRPr b="1"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posso, tramite</a:t>
            </a:r>
            <a:r>
              <a:rPr b="1" lang="it" sz="2200"/>
              <a:t> (cast)</a:t>
            </a:r>
            <a:r>
              <a:rPr lang="it" sz="2200"/>
              <a:t> convertire a quel che voglio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C’e pero’ uno svantaggio: cancello il type checking!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mentre se usassi parametri tipati avrei piu’ controllo come nell’esempietto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>
                <a:solidFill>
                  <a:schemeClr val="dk1"/>
                </a:solidFill>
              </a:rPr>
              <a:t>cast e prototipi</a:t>
            </a:r>
            <a:endParaRPr sz="3000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Alla nascita del C, quasi tutto era permesso e sapendo cosa fare i vari (cast) e definizioni implicite funzionavano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con l’evoluzione dei sistemi si e’ ristretto il loro uso perche’ provocano piu’ problemi che benefici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Omettere il prototipo di una funzione a volta funziona a volte no: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in particolare non funziona se il valore di ritorno non e’ int o long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(vedi esempio) ma se la dichiaro con void* funziona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Evitare il cast annulla il type checking (meglio usare le </a:t>
            </a:r>
            <a:r>
              <a:rPr b="1" lang="it" sz="2200"/>
              <a:t>union</a:t>
            </a:r>
            <a:r>
              <a:rPr lang="it" sz="2200"/>
              <a:t>)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>
                <a:solidFill>
                  <a:schemeClr val="dk1"/>
                </a:solidFill>
              </a:rPr>
              <a:t>void*</a:t>
            </a:r>
            <a:endParaRPr sz="3000"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guardiamo l’esempio </a:t>
            </a:r>
            <a:r>
              <a:rPr b="1" lang="it" sz="2200"/>
              <a:t>importa.c</a:t>
            </a:r>
            <a:endParaRPr b="1"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se converto in void* perdo per sempre il controllo.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come fare a tenere traccia? devo aggiungere un attributo </a:t>
            </a:r>
            <a:r>
              <a:rPr b="1" lang="it" sz="2200"/>
              <a:t>tag</a:t>
            </a:r>
            <a:r>
              <a:rPr lang="it" sz="2200"/>
              <a:t> 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che mi dica chi sono: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typedef struct dcomplex{</a:t>
            </a:r>
            <a:r>
              <a:rPr b="1" lang="it" sz="2200"/>
              <a:t>int tag</a:t>
            </a:r>
            <a:r>
              <a:rPr lang="it" sz="2200"/>
              <a:t>;int a; double d;}mia, *pdcomplex;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…..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if (s.tag ==0 ){ primo tipo}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else if (s.tag ==1 ) {secondo tipo}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…….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Il concetto e’ esattamente quello che si realizza nei linguaggi Object Oriented, dove ogni struct ha un tag (fornito dal sistema, tutto automatico)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>
                <a:solidFill>
                  <a:schemeClr val="dk1"/>
                </a:solidFill>
              </a:rPr>
              <a:t>void* in C e generalizzazioni</a:t>
            </a:r>
            <a:endParaRPr sz="3000"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Se dovete creare strutture dati: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se le strutture sono elementari e “passive”, semplici contenitori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con void* da solo ce la caviamo.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Esempio : una lista semplice (o sue varianti pila, coda etc), tratta veramente i suoi elementi sempre nello stesso modo (inserisci, preleva..) anche se di</a:t>
            </a:r>
            <a:r>
              <a:rPr b="1" lang="it" sz="2200"/>
              <a:t> tipo diverso</a:t>
            </a:r>
            <a:endParaRPr b="1"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MA se ad esempio la lista fosse ordinata? deve sapere come confrontare gli elementi, che saranno ordinati da una funzione che cambia (confrontainteri() confrontaimpiegati()...) a seconda del tipo, da qualche parte </a:t>
            </a:r>
            <a:r>
              <a:rPr b="1" lang="it" sz="2200"/>
              <a:t>occorre</a:t>
            </a:r>
            <a:r>
              <a:rPr lang="it" sz="2200"/>
              <a:t> aggiungere informazioni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>
                <a:solidFill>
                  <a:schemeClr val="dk1"/>
                </a:solidFill>
              </a:rPr>
              <a:t>void* in C e generalizzazioni</a:t>
            </a:r>
            <a:endParaRPr sz="3000"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Se poi le strutture dati sono eterogenee e dovessero comportarsi in modo differente a seconda di un elemento? Prima o poi un tag e’ la cosa piu’ semplice.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Tutto questo diventa un problema serio? in C per fortuna </a:t>
            </a:r>
            <a:r>
              <a:rPr b="1" lang="it" sz="2200"/>
              <a:t>NO</a:t>
            </a:r>
            <a:endParaRPr b="1"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il</a:t>
            </a:r>
            <a:r>
              <a:rPr b="1" lang="it" sz="2200"/>
              <a:t> C </a:t>
            </a:r>
            <a:r>
              <a:rPr lang="it" sz="2200"/>
              <a:t>e’ usato per strutture dati semplici, a basso livello.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Quando si scrivono programmi con strutture dati complesse si utilizzano linguaggi ad Oggetti piu’ ricchi di supporto per questi casi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in C si potrebbero implementare ma sarebbe macchinoso ed il livello di astrazione richiesto ,intrinsecamente piu’ complesso, porterebbe a realizzare soluzioni non piu’ efficienti di quelle adottate dai vari linguaggi ad Oggetti (C++,dart)</a:t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>
                <a:solidFill>
                  <a:schemeClr val="dk1"/>
                </a:solidFill>
              </a:rPr>
              <a:t>una nota su typedef e struct e come usarli: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611575" y="71640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 u="sng">
                <a:solidFill>
                  <a:schemeClr val="hlink"/>
                </a:solidFill>
                <a:hlinkClick r:id="rId3"/>
              </a:rPr>
              <a:t>https://stackoverflow.com/questions/1675351/typedef-struct-vs-struct-definitions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vi sono diversi stili che vanno bene, la cosa migliore e’ sceglierne uno che vi va e usare </a:t>
            </a:r>
            <a:r>
              <a:rPr b="1" lang="it" sz="2200"/>
              <a:t>sempre</a:t>
            </a:r>
            <a:r>
              <a:rPr lang="it" sz="2200"/>
              <a:t> quello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