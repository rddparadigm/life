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t"/>
              <a:t>evoluzione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7" name="Google Shape;27;p6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28" name="Google Shape;28;p6"/>
          <p:cNvSpPr txBox="1"/>
          <p:nvPr>
            <p:ph idx="4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57200" y="124200"/>
            <a:ext cx="8199300" cy="45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5876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457200" y="1203660"/>
            <a:ext cx="40011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6" name="Google Shape;46;p11"/>
          <p:cNvSpPr txBox="1"/>
          <p:nvPr>
            <p:ph idx="3" type="body"/>
          </p:nvPr>
        </p:nvSpPr>
        <p:spPr>
          <a:xfrm>
            <a:off x="4658760" y="276183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45720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658760" y="1203660"/>
            <a:ext cx="40011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1" name="Google Shape;51;p12"/>
          <p:cNvSpPr txBox="1"/>
          <p:nvPr>
            <p:ph idx="3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20366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761830"/>
            <a:ext cx="8199300" cy="14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7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9144000" cy="2571600"/>
          </a:xfrm>
          <a:custGeom>
            <a:rect b="b" l="l" r="r" t="t"/>
            <a:pathLst>
              <a:path extrusionOk="0" h="120000" w="120000">
                <a:moveTo>
                  <a:pt x="18" y="0"/>
                </a:moveTo>
                <a:cubicBezTo>
                  <a:pt x="9" y="0"/>
                  <a:pt x="0" y="25"/>
                  <a:pt x="0" y="50"/>
                </a:cubicBezTo>
                <a:lnTo>
                  <a:pt x="0" y="119924"/>
                </a:lnTo>
                <a:cubicBezTo>
                  <a:pt x="0" y="119949"/>
                  <a:pt x="9" y="119987"/>
                  <a:pt x="18" y="119987"/>
                </a:cubicBezTo>
                <a:lnTo>
                  <a:pt x="119971" y="119987"/>
                </a:lnTo>
                <a:cubicBezTo>
                  <a:pt x="119981" y="119987"/>
                  <a:pt x="119995" y="119949"/>
                  <a:pt x="119995" y="119924"/>
                </a:cubicBezTo>
                <a:lnTo>
                  <a:pt x="119995" y="50"/>
                </a:lnTo>
                <a:cubicBezTo>
                  <a:pt x="119995" y="25"/>
                  <a:pt x="119981" y="0"/>
                  <a:pt x="119971" y="0"/>
                </a:cubicBezTo>
                <a:lnTo>
                  <a:pt x="18" y="0"/>
                </a:lnTo>
              </a:path>
            </a:pathLst>
          </a:custGeom>
          <a:gradFill>
            <a:gsLst>
              <a:gs pos="0">
                <a:srgbClr val="CCCCCC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57200" y="124200"/>
            <a:ext cx="81993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57200" y="1203660"/>
            <a:ext cx="819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126960" y="4684770"/>
            <a:ext cx="28689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56320" y="4684770"/>
            <a:ext cx="21003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it"/>
              <a:t>prog2 lab 2024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it" sz="3600"/>
              <a:t>sequenze di elementi: le Liste 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Velocita’ (siamo in C)</a:t>
            </a:r>
            <a:endParaRPr sz="3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Oggi raramente si scrivono grossi programmi complicati partendo da 0 completamente in C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Molto spesso si fa un prototipo in altro linguaggio (es Python), e solo dopo aver verificato che e’ troppo lento lo si reimplementa in C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nel passaggio a C purtroppo non sempre l’algoritmo rimane lo stesso, ma si devono sfruttare tutti i trucchi possibili, rendendolo piu’ complicato e poco manutenibile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C e’ ideale per scrivere componenti a basso livello (librerie) con requisiti stabili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it" sz="1900">
                <a:solidFill>
                  <a:schemeClr val="dk1"/>
                </a:solidFill>
              </a:rPr>
              <a:t>Peraltro l’utilizzatore della libreria C non deve leggerne il codice ma e’ solo interessato alla velocita’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457200" y="124200"/>
            <a:ext cx="81993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3800" lIns="83800" spcFirstLastPara="1" rIns="83800" wrap="square" tIns="838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it" sz="3000"/>
              <a:t>Velocita’ (siamo in C)</a:t>
            </a:r>
            <a:endParaRPr sz="300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457200" y="764250"/>
            <a:ext cx="81993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Premessa: </a:t>
            </a:r>
            <a:r>
              <a:rPr lang="it" sz="1900">
                <a:solidFill>
                  <a:schemeClr val="dk1"/>
                </a:solidFill>
              </a:rPr>
              <a:t>ovviamente la parte piu’ importante e’ l’algoritmo, che avrete scelto prima di implementare il codice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DOPO che il programma C funziona potete passare ad ottimizzarlo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compilate con ottimizzazione (-O) e misurate i tempi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Tenete conto che ogni compilatore puo’ ottimizzare diversamente</a:t>
            </a:r>
            <a:endParaRPr sz="1900"/>
          </a:p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it" sz="1900"/>
              <a:t>In generale le piccole ottimizzazioni locali e’ meglio lasciarle al compilatore, soprattutto se queste renderebbero meno leggibile il sorgente</a:t>
            </a:r>
            <a:endParaRPr sz="1900"/>
          </a:p>
          <a:p>
            <a:pPr indent="-3492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it" sz="1900"/>
              <a:t>puo’ capitare che perdiate magari mezz’ora di tempo a modificare il codice per poi scoprire che avete duplicato il lavoro dell’ ottimizzatore senza guadagnare niente !!!</a:t>
            </a:r>
            <a:endParaRPr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