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7" name="Google Shape;27;p6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4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57200" y="124200"/>
            <a:ext cx="8199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366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2571600"/>
          </a:xfrm>
          <a:custGeom>
            <a:rect b="b" l="l" r="r" t="t"/>
            <a:pathLst>
              <a:path extrusionOk="0" h="120000" w="120000">
                <a:moveTo>
                  <a:pt x="18" y="0"/>
                </a:moveTo>
                <a:cubicBezTo>
                  <a:pt x="9" y="0"/>
                  <a:pt x="0" y="25"/>
                  <a:pt x="0" y="50"/>
                </a:cubicBezTo>
                <a:lnTo>
                  <a:pt x="0" y="119924"/>
                </a:lnTo>
                <a:cubicBezTo>
                  <a:pt x="0" y="119949"/>
                  <a:pt x="9" y="119987"/>
                  <a:pt x="18" y="119987"/>
                </a:cubicBezTo>
                <a:lnTo>
                  <a:pt x="119971" y="119987"/>
                </a:lnTo>
                <a:cubicBezTo>
                  <a:pt x="119981" y="119987"/>
                  <a:pt x="119995" y="119949"/>
                  <a:pt x="119995" y="119924"/>
                </a:cubicBezTo>
                <a:lnTo>
                  <a:pt x="119995" y="50"/>
                </a:lnTo>
                <a:cubicBezTo>
                  <a:pt x="119995" y="25"/>
                  <a:pt x="119981" y="0"/>
                  <a:pt x="119971" y="0"/>
                </a:cubicBezTo>
                <a:lnTo>
                  <a:pt x="18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6960" y="4684770"/>
            <a:ext cx="28689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632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/>
              <a:t>prog2 lab 2024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3600"/>
              <a:t>sequenze di elementi: le Liste 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600"/>
              <a:t>Esercizio 1.1</a:t>
            </a:r>
            <a:endParaRPr sz="26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costruite una lista </a:t>
            </a:r>
            <a:r>
              <a:rPr lang="it" sz="1900">
                <a:solidFill>
                  <a:schemeClr val="dk1"/>
                </a:solidFill>
              </a:rPr>
              <a:t>con le seguenti definizioni: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s1 elem,*elemptr;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struct s1 {int content; elemptr next;};  // lista interi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s2  lista,*listaptr;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struct s2 {elemptr first;};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implementate le</a:t>
            </a:r>
            <a:r>
              <a:rPr lang="it" sz="1900"/>
              <a:t> funzioni: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listaptr crealista();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int insert(int val, listaptr l,int index); // inserisce a posizione index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int indexof(int val, listaptr l); // restituisce posizione oppure -1 se manca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/>
              <a:t>listaptr indexesof(</a:t>
            </a:r>
            <a:r>
              <a:rPr lang="it" sz="1900">
                <a:solidFill>
                  <a:schemeClr val="dk1"/>
                </a:solidFill>
              </a:rPr>
              <a:t>int val, listaptr l); // crea lista di indici di val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Esercizio 1.2</a:t>
            </a:r>
            <a:endParaRPr sz="30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72350" y="7727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date le typedef precedenti: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implementare: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int</a:t>
            </a:r>
            <a:r>
              <a:rPr lang="it" sz="1900"/>
              <a:t> insert(listaptr l, int content);  // inserisce ordinato solo se manca restituisce </a:t>
            </a:r>
            <a:r>
              <a:rPr lang="it" sz="1900">
                <a:solidFill>
                  <a:schemeClr val="dk1"/>
                </a:solidFill>
              </a:rPr>
              <a:t>1 se esisteva, 0 altrimenti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 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int remove(listaptr l, int content); // </a:t>
            </a:r>
            <a:r>
              <a:rPr lang="it" sz="1900">
                <a:solidFill>
                  <a:schemeClr val="dk1"/>
                </a:solidFill>
              </a:rPr>
              <a:t>restituisce </a:t>
            </a:r>
            <a:r>
              <a:rPr lang="it" sz="1900">
                <a:solidFill>
                  <a:schemeClr val="dk1"/>
                </a:solidFill>
              </a:rPr>
              <a:t>1 se esisteva, 0 altrimenti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char* listtostring(listaptr l);// crea “[ 1 2 3 5 88 ]”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listaptr listfromstring(char *s);//  legge stringa   “[ 1 2 3 5 88 ]”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Esercizio 1.3</a:t>
            </a:r>
            <a:endParaRPr sz="30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sostituire </a:t>
            </a:r>
            <a:r>
              <a:rPr b="1" lang="it" sz="1900"/>
              <a:t>int</a:t>
            </a:r>
            <a:r>
              <a:rPr lang="it" sz="1900"/>
              <a:t> con </a:t>
            </a:r>
            <a:r>
              <a:rPr b="1" lang="it" sz="1900"/>
              <a:t>int*</a:t>
            </a:r>
            <a:r>
              <a:rPr lang="it" sz="1900"/>
              <a:t>, (il codice potra’ poi essere esteso a qualunque puntatore):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s1 {</a:t>
            </a:r>
            <a:r>
              <a:rPr b="1" lang="it" sz="1900">
                <a:solidFill>
                  <a:schemeClr val="dk1"/>
                </a:solidFill>
              </a:rPr>
              <a:t>int *</a:t>
            </a:r>
            <a:r>
              <a:rPr lang="it" sz="1900">
                <a:solidFill>
                  <a:schemeClr val="dk1"/>
                </a:solidFill>
              </a:rPr>
              <a:t> content; struct s1 *next;} elem,*elemptr;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s2 {elem *first;} lista,*listaptr;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reimplementare le medesime: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Esercizio 1.3 versione con comparefunc()</a:t>
            </a:r>
            <a:endParaRPr sz="30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date le seguenti definizioni: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s1 {int* content; struct s1 *next;} elem,*elemptr;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s2 {elem *first;int (*comparefunc)(int*,int*);} lista,*listaptr;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implementare: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listaptr crealista(</a:t>
            </a:r>
            <a:r>
              <a:rPr lang="it" sz="1900">
                <a:solidFill>
                  <a:schemeClr val="dk1"/>
                </a:solidFill>
              </a:rPr>
              <a:t>int (*comparefunc)(int*,int*));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void insert(listaptr l, int *content);  // inserisce solo se manca usando comparefunc()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void remove(listaptr l, int *content);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600"/>
              <a:t>Esercizio 1.4 (versione con puntatore generico void*)</a:t>
            </a:r>
            <a:endParaRPr sz="26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rifare l'esercizio precedente generalizzandolo.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date le seguenti definizioni: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s1 {void *content; struct s1 *next;} elem,*elemptr;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typedef struct s2 {elem *first;int (*comparefunc)(void*,void*);} lista,*listaptr;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implementare: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listaptr crealista(</a:t>
            </a:r>
            <a:r>
              <a:rPr lang="it" sz="1900">
                <a:solidFill>
                  <a:schemeClr val="dk1"/>
                </a:solidFill>
              </a:rPr>
              <a:t>int (*comparefunc)(void*,void*));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void insert(listaptr l, void *content);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900">
                <a:solidFill>
                  <a:schemeClr val="dk1"/>
                </a:solidFill>
              </a:rPr>
              <a:t>void remove(listaptr l, void *content);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// deve funzionare per qualunque puntatore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